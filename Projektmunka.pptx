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0"/>
  </p:notesMasterIdLst>
  <p:handoutMasterIdLst>
    <p:handoutMasterId r:id="rId11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328C74-2DD9-4CFD-934B-3DF3C1DDE5FC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1F517D8-72C6-4C72-9062-09CA35D1D6EA}" type="datetime1">
              <a:rPr lang="hu-HU" smtClean="0"/>
              <a:t>2026. 02. 24.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06F676-C664-4C85-930F-9B6130AE0859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4931A8-8288-4238-AF14-026187036AFD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65F545-0511-4EE3-B36D-0AAF15A22616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17C899-C8BD-4743-9041-F9570303B9CC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Kép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135D0D-8851-4427-86DA-5BF8C4C38E92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72C471-15B7-4E03-99B1-DD7965475934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BA12DA-C477-4DEC-8CD5-0CC7AA2A7F95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Kép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6D6D66-4270-491C-9F23-0511DE91B152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Kép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A9AE65-3357-474A-9E41-D5D48A22CB46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DEE93C-3C2D-4E26-B2EB-AA9505384E6D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Szöveg helye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0F59D-97DE-494E-8C3C-171907D39773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" sz="800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j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0696A8-D711-4B65-A653-8621AA7D08B1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Szöveg helye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Szöveg helye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9" name="Szöveg helye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10" name="Szöveg helye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11" name="Szöveg helye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12" name="Szöveg helye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A05328-906A-4574-A2A4-9142E7EEB0D7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Kép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Kép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Cím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Szöveg helye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20" name="Kép helyőrzője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Szöveg helye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22" name="Szöveg helye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23" name="Kép helyőrzője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Szöveg helye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25" name="Szöveg helye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26" name="Kép helyőrzője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Szöveg helye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A40F4B-C8A7-474B-9E07-0763335F9A9B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886BA4-B095-4091-9B3B-1AE5660185AF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F4D693-9A33-46B5-8483-A655726D1E81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92444B4-EEAE-4DD5-A105-FC425BF0ADF0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Csészét, kávét, ételt és italt ábrázoló kép&#10;&#10;Automatikusan létrehozott leírás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hu" sz="7200" dirty="0"/>
              <a:t>Projektmunka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hu" sz="2800" dirty="0"/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C49841-237C-B4F1-6A11-31967587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80" y="-689810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Projekt alapjai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67EACD-DA5A-A4A7-3D55-C5150C6B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98309A-0B3C-B433-434A-886F0AF3DEC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87925" y="2392050"/>
            <a:ext cx="3116944" cy="207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hu-HU" sz="2000" dirty="0"/>
              <a:t>Megbízható források keresése</a:t>
            </a:r>
            <a:endParaRPr lang="hu-HU" sz="2000" spc="100" dirty="0"/>
          </a:p>
          <a:p>
            <a:pPr>
              <a:spcAft>
                <a:spcPts val="1200"/>
              </a:spcAft>
            </a:pPr>
            <a:r>
              <a:rPr lang="hu-HU" sz="2000" dirty="0"/>
              <a:t>Könyvek, cikkek feldolgozása</a:t>
            </a:r>
          </a:p>
          <a:p>
            <a:pPr>
              <a:spcAft>
                <a:spcPts val="1200"/>
              </a:spcAft>
            </a:pPr>
            <a:r>
              <a:rPr lang="hu-HU" sz="2000" dirty="0"/>
              <a:t>Interjú vagy kérdőív készítése</a:t>
            </a:r>
          </a:p>
          <a:p>
            <a:r>
              <a:rPr lang="hu-HU" sz="2000" dirty="0"/>
              <a:t>Lényeg kiemelése jegyzetben</a:t>
            </a:r>
          </a:p>
        </p:txBody>
      </p:sp>
      <p:pic>
        <p:nvPicPr>
          <p:cNvPr id="1027" name="Picture 3" descr="Zendy | Read our Blog">
            <a:extLst>
              <a:ext uri="{FF2B5EF4-FFF2-40B4-BE49-F238E27FC236}">
                <a16:creationId xmlns:a16="http://schemas.microsoft.com/office/drawing/2014/main" id="{6AF99D63-34A7-B470-3FFA-9E849B7108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700" y="1928049"/>
            <a:ext cx="5810292" cy="285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77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93C7AC-F7C9-7543-24FD-68AFD8E4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22" y="96252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Témaválasztás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C98BA18-F39D-3655-F54E-E5F18306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0065F6A-E246-61ED-D15A-507ABF2B468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40326" y="2759515"/>
            <a:ext cx="3116944" cy="207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hu-HU" sz="2000" dirty="0"/>
              <a:t>Megbízható források keresése</a:t>
            </a:r>
          </a:p>
          <a:p>
            <a:pPr>
              <a:spcAft>
                <a:spcPts val="1200"/>
              </a:spcAft>
            </a:pPr>
            <a:r>
              <a:rPr lang="hu-HU" sz="2000" dirty="0"/>
              <a:t>Könyvek, cikkek feldolgozása</a:t>
            </a:r>
          </a:p>
          <a:p>
            <a:pPr>
              <a:spcAft>
                <a:spcPts val="1200"/>
              </a:spcAft>
            </a:pPr>
            <a:r>
              <a:rPr lang="hu-HU" sz="2000" dirty="0"/>
              <a:t>Interjú vagy kérdőív készítése</a:t>
            </a:r>
          </a:p>
          <a:p>
            <a:r>
              <a:rPr lang="hu-HU" sz="2000" dirty="0"/>
              <a:t>Lényeg kiemelése jegyzetben</a:t>
            </a:r>
          </a:p>
        </p:txBody>
      </p:sp>
      <p:pic>
        <p:nvPicPr>
          <p:cNvPr id="2057" name="Picture 9" descr="Gondolkodó Vektorok, Illusztrációk és Clipartok | Stockfresh">
            <a:extLst>
              <a:ext uri="{FF2B5EF4-FFF2-40B4-BE49-F238E27FC236}">
                <a16:creationId xmlns:a16="http://schemas.microsoft.com/office/drawing/2014/main" id="{266F22C6-4588-2E65-3268-6BB1E2EC14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775" y="1207544"/>
            <a:ext cx="4268161" cy="4268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75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9A621B-69DF-CFBC-AC3F-6571ABC5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64" y="136358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Kutatás és információgyűjtés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A948FB-D3EA-23CE-A248-A55D5B664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016" y="2593141"/>
            <a:ext cx="3706889" cy="3016250"/>
          </a:xfrm>
        </p:spPr>
        <p:txBody>
          <a:bodyPr/>
          <a:lstStyle/>
          <a:p>
            <a:r>
              <a:rPr lang="hu-HU" sz="2000" dirty="0"/>
              <a:t>Megbízható források keresése</a:t>
            </a:r>
          </a:p>
          <a:p>
            <a:r>
              <a:rPr lang="hu-HU" sz="2000" dirty="0"/>
              <a:t>Könyvek, cikkek feldolgozása</a:t>
            </a:r>
          </a:p>
          <a:p>
            <a:r>
              <a:rPr lang="hu-HU" sz="2000" dirty="0"/>
              <a:t>Interjú vagy kérdőív készítése</a:t>
            </a:r>
          </a:p>
          <a:p>
            <a:r>
              <a:rPr lang="hu-HU" sz="2000" dirty="0"/>
              <a:t>Lényeg kiemelése jegyzetben</a:t>
            </a:r>
          </a:p>
          <a:p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7748C24-3EE8-DA18-FFC3-7461F28C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pic>
        <p:nvPicPr>
          <p:cNvPr id="4098" name="Picture 2" descr="Papíralapú könyv vagy e-book: különös összefüggésre világítottak rá a  kutatások - Dívány">
            <a:extLst>
              <a:ext uri="{FF2B5EF4-FFF2-40B4-BE49-F238E27FC236}">
                <a16:creationId xmlns:a16="http://schemas.microsoft.com/office/drawing/2014/main" id="{52E048E2-F85F-C1AC-84B8-9541B211F2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22" y="1431798"/>
            <a:ext cx="5364253" cy="358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2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1317EF-9E83-B7C9-9604-739BA747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84" y="200526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Tervezés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65E31DE-7DE7-7A03-3148-B019A1E40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784" y="2673351"/>
            <a:ext cx="3706889" cy="3016250"/>
          </a:xfrm>
        </p:spPr>
        <p:txBody>
          <a:bodyPr/>
          <a:lstStyle/>
          <a:p>
            <a:pPr algn="l"/>
            <a:r>
              <a:rPr lang="hu-HU" sz="2000" dirty="0"/>
              <a:t>Feladatok részletes bontása</a:t>
            </a:r>
          </a:p>
          <a:p>
            <a:pPr algn="l"/>
            <a:r>
              <a:rPr lang="hu-HU" sz="2000" dirty="0"/>
              <a:t>Reális ütemterv készítése</a:t>
            </a:r>
          </a:p>
          <a:p>
            <a:pPr algn="l"/>
            <a:r>
              <a:rPr lang="hu-HU" sz="2000" dirty="0"/>
              <a:t>Szükséges erőforrások felmérése</a:t>
            </a:r>
          </a:p>
          <a:p>
            <a:pPr algn="l"/>
            <a:r>
              <a:rPr lang="hu-HU" sz="2000" dirty="0"/>
              <a:t>Lehetséges kockázatok azonosítása</a:t>
            </a:r>
          </a:p>
          <a:p>
            <a:pPr algn="l"/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88A2803-CCA3-630F-47F1-DA798EB0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pic>
        <p:nvPicPr>
          <p:cNvPr id="3074" name="Picture 2" descr="üzleti · csapat · megbeszélés · iroda · üzletemberek · inspiráció ·  csapatmunka - stock fotó © dolgachov (#5596062) | Stockfresh">
            <a:extLst>
              <a:ext uri="{FF2B5EF4-FFF2-40B4-BE49-F238E27FC236}">
                <a16:creationId xmlns:a16="http://schemas.microsoft.com/office/drawing/2014/main" id="{1C25E6C2-37A3-B353-3524-E0AD0E8A19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589" y="1780033"/>
            <a:ext cx="5194593" cy="346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2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328F9E-6E88-CCD3-82C6-EC554E8C0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56147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Megvalósítás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B5A2374-CA88-3402-0DA4-ABFAF3264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hu-HU" sz="2000" dirty="0"/>
              <a:t>Tervezett feladatok végrehajtása</a:t>
            </a:r>
          </a:p>
          <a:p>
            <a:pPr algn="l"/>
            <a:r>
              <a:rPr lang="hu-HU" sz="2000" dirty="0"/>
              <a:t>Hatékony csapatmunka</a:t>
            </a:r>
          </a:p>
          <a:p>
            <a:pPr algn="l"/>
            <a:r>
              <a:rPr lang="hu-HU" sz="2000" dirty="0"/>
              <a:t>Folyamatos előrehaladás ellenőrzése</a:t>
            </a:r>
          </a:p>
          <a:p>
            <a:pPr algn="l"/>
            <a:r>
              <a:rPr lang="hu-HU" sz="2000" dirty="0"/>
              <a:t>Felmerülő problémák megoldása</a:t>
            </a:r>
          </a:p>
          <a:p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AD04793-6477-F85F-471C-EB00575B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pic>
        <p:nvPicPr>
          <p:cNvPr id="5122" name="Picture 2" descr="82 ezer Diverse colleagues office laptop témájú jogdíjmentes kép, stockfotó  és illusztráció | Shutterstock">
            <a:extLst>
              <a:ext uri="{FF2B5EF4-FFF2-40B4-BE49-F238E27FC236}">
                <a16:creationId xmlns:a16="http://schemas.microsoft.com/office/drawing/2014/main" id="{8825DDDD-F964-1607-6608-67B8AFB6C0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040" y="1824037"/>
            <a:ext cx="5715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87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F580A5-A3F5-5110-95FF-D9DE6723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75" y="-104273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Dokumentálás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3269070-2153-D65A-4AA9-83912478A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8712" y="2540167"/>
            <a:ext cx="3706889" cy="3016250"/>
          </a:xfrm>
        </p:spPr>
        <p:txBody>
          <a:bodyPr/>
          <a:lstStyle/>
          <a:p>
            <a:pPr algn="l"/>
            <a:r>
              <a:rPr lang="hu-HU" sz="2000" dirty="0"/>
              <a:t>Eredmények pontos rögzítése</a:t>
            </a:r>
          </a:p>
          <a:p>
            <a:pPr algn="l"/>
            <a:r>
              <a:rPr lang="hu-HU" sz="2000" dirty="0"/>
              <a:t>Szabályos forrásmegjelölés</a:t>
            </a:r>
          </a:p>
          <a:p>
            <a:pPr algn="l"/>
            <a:r>
              <a:rPr lang="hu-HU" sz="2000" dirty="0"/>
              <a:t>Ábrák és grafikonok készítése</a:t>
            </a:r>
          </a:p>
          <a:p>
            <a:pPr algn="l"/>
            <a:r>
              <a:rPr lang="hu-HU" sz="2000" dirty="0"/>
              <a:t>Folyamat dokumentálása</a:t>
            </a:r>
          </a:p>
          <a:p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E31F08A-686D-A4DE-48EE-7B3D9EA9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pic>
        <p:nvPicPr>
          <p:cNvPr id="6146" name="Picture 2" descr="Bármennyire is ódivatú, a kézzel írt jegyzet bizonyítottan jobban működik a  digitális megoldásnál">
            <a:extLst>
              <a:ext uri="{FF2B5EF4-FFF2-40B4-BE49-F238E27FC236}">
                <a16:creationId xmlns:a16="http://schemas.microsoft.com/office/drawing/2014/main" id="{9B64651F-56F7-37EF-8B36-C00527C180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63" y="1012296"/>
            <a:ext cx="6411912" cy="427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71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1DC110-4422-9116-4C33-414205E1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32" y="112294"/>
            <a:ext cx="3706889" cy="1821918"/>
          </a:xfrm>
        </p:spPr>
        <p:txBody>
          <a:bodyPr>
            <a:normAutofit/>
          </a:bodyPr>
          <a:lstStyle/>
          <a:p>
            <a:r>
              <a:rPr lang="hu-HU" sz="3200" dirty="0"/>
              <a:t>Ellenőrzés és értékelés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0C5872B-3A87-2BB3-A98D-8B1F98C71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hu-HU" sz="2000" dirty="0"/>
              <a:t>Célok és eredmények összevetése</a:t>
            </a:r>
          </a:p>
          <a:p>
            <a:pPr algn="l"/>
            <a:r>
              <a:rPr lang="hu-HU" sz="2000" dirty="0"/>
              <a:t>Hibák javítása</a:t>
            </a:r>
          </a:p>
          <a:p>
            <a:pPr algn="l"/>
            <a:r>
              <a:rPr lang="hu-HU" sz="2000" dirty="0"/>
              <a:t>Külső visszajelzés gyűjtése</a:t>
            </a:r>
          </a:p>
          <a:p>
            <a:pPr algn="l"/>
            <a:r>
              <a:rPr lang="hu-HU" sz="2000" dirty="0"/>
              <a:t>Tanulságok levonása</a:t>
            </a:r>
          </a:p>
          <a:p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89ECAC8-9B2C-09D4-1EC2-E5902666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96B7B2-B32F-4DDF-9894-2FACA14133E2}" type="datetime1">
              <a:rPr lang="hu-HU" smtClean="0"/>
              <a:t>2026. 02. 24.</a:t>
            </a:fld>
            <a:endParaRPr lang="en-US" dirty="0"/>
          </a:p>
        </p:txBody>
      </p:sp>
      <p:pic>
        <p:nvPicPr>
          <p:cNvPr id="7170" name="Picture 2" descr="A legjobb backlink ellenőrző eszközök az SEO sikeréhez - Cornerstone Media">
            <a:extLst>
              <a:ext uri="{FF2B5EF4-FFF2-40B4-BE49-F238E27FC236}">
                <a16:creationId xmlns:a16="http://schemas.microsoft.com/office/drawing/2014/main" id="{0BC15D15-0262-5B07-F473-E34D9A5149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25" y="1410419"/>
            <a:ext cx="6411912" cy="36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500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36_TF12214701" id="{84250671-AACF-4C08-B8EC-8205E81493F8}" vid="{D694F355-53BF-4155-82DB-4DED3BFAA786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{04F95DF2-8798-4ACD-BDC5-F68D254ECB34}TFe887d8cf-77a9-48cd-9a74-d8d08097a61c06f81b0b_win32-4acd19c5819a</Template>
  <TotalTime>20</TotalTime>
  <Words>108</Words>
  <Application>Microsoft Office PowerPoint</Application>
  <PresentationFormat>Szélesvásznú</PresentationFormat>
  <Paragraphs>44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Goudy Old Style</vt:lpstr>
      <vt:lpstr>Wingdings 2</vt:lpstr>
      <vt:lpstr>SlateVTI</vt:lpstr>
      <vt:lpstr>Projektmunka</vt:lpstr>
      <vt:lpstr>Projekt alapjai</vt:lpstr>
      <vt:lpstr>Témaválasztás</vt:lpstr>
      <vt:lpstr>Kutatás és információgyűjtés</vt:lpstr>
      <vt:lpstr>Tervezés</vt:lpstr>
      <vt:lpstr>Megvalósítás</vt:lpstr>
      <vt:lpstr>Dokumentálás</vt:lpstr>
      <vt:lpstr>Ellenőrzés és értékelés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Kende</dc:creator>
  <cp:lastModifiedBy>Kende</cp:lastModifiedBy>
  <cp:revision>2</cp:revision>
  <dcterms:created xsi:type="dcterms:W3CDTF">2026-02-24T22:50:01Z</dcterms:created>
  <dcterms:modified xsi:type="dcterms:W3CDTF">2026-02-24T23:10:33Z</dcterms:modified>
</cp:coreProperties>
</file>